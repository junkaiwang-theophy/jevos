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4be82f40f34a63" /><Relationship Type="http://schemas.openxmlformats.org/officeDocument/2006/relationships/extended-properties" Target="/docProps/app.xml" Id="R72567baa420e4f42" /><Relationship Type="http://schemas.openxmlformats.org/officeDocument/2006/relationships/officeDocument" Target="/ppt/presentation.xml" Id="R76b6d241262c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2f42ba99934cce"/>
  </p:sldMasterIdLst>
  <p:notesMasterIdLst>
    <p:notesMasterId xmlns:r="http://schemas.openxmlformats.org/officeDocument/2006/relationships" r:id="Rdc201f80247f4903"/>
  </p:notesMasterIdLst>
  <p:sldIdLst>
    <p:sldId xmlns:r="http://schemas.openxmlformats.org/officeDocument/2006/relationships" id="256" r:id="Rec0d39cfff6540d4"/>
    <p:sldId xmlns:r="http://schemas.openxmlformats.org/officeDocument/2006/relationships" id="257" r:id="R62cb80a6449b4488"/>
    <p:sldId xmlns:r="http://schemas.openxmlformats.org/officeDocument/2006/relationships" id="258" r:id="R39c275a10ff94f55"/>
    <p:sldId xmlns:r="http://schemas.openxmlformats.org/officeDocument/2006/relationships" id="259" r:id="R8f8a6176cc2f4967"/>
    <p:sldId xmlns:r="http://schemas.openxmlformats.org/officeDocument/2006/relationships" id="260" r:id="R6e16c2ca21ea4d22"/>
    <p:sldId xmlns:r="http://schemas.openxmlformats.org/officeDocument/2006/relationships" id="261" r:id="R337872cae8e14e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47ca4a92cc4da5" /><Relationship Type="http://schemas.openxmlformats.org/officeDocument/2006/relationships/slideMaster" Target="/ppt/slideMasters/slideMaster1.xml" Id="R492f42ba99934cce" /><Relationship Type="http://schemas.openxmlformats.org/officeDocument/2006/relationships/notesMaster" Target="/ppt/notesMasters/notesMaster1.xml" Id="Rdc201f80247f4903" /><Relationship Type="http://schemas.openxmlformats.org/officeDocument/2006/relationships/presProps" Target="/ppt/presProps.xml" Id="R20d0a01af31d469a" /><Relationship Type="http://schemas.openxmlformats.org/officeDocument/2006/relationships/tableStyles" Target="/ppt/tableStyles.xml" Id="Rf83d2a0cc8cb4e8d" /><Relationship Type="http://schemas.openxmlformats.org/officeDocument/2006/relationships/slide" Target="/ppt/slides/slide1.xml" Id="Rec0d39cfff6540d4" /><Relationship Type="http://schemas.openxmlformats.org/officeDocument/2006/relationships/slide" Target="/ppt/slides/slide2.xml" Id="R62cb80a6449b4488" /><Relationship Type="http://schemas.openxmlformats.org/officeDocument/2006/relationships/slide" Target="/ppt/slides/slide3.xml" Id="R39c275a10ff94f55" /><Relationship Type="http://schemas.openxmlformats.org/officeDocument/2006/relationships/slide" Target="/ppt/slides/slide4.xml" Id="R8f8a6176cc2f4967" /><Relationship Type="http://schemas.openxmlformats.org/officeDocument/2006/relationships/slide" Target="/ppt/slides/slide5.xml" Id="R6e16c2ca21ea4d22" /><Relationship Type="http://schemas.openxmlformats.org/officeDocument/2006/relationships/slide" Target="/ppt/slides/slide6.xml" Id="R337872cae8e1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65d6ec7a3544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c41711a5164790" /><Relationship Type="http://schemas.openxmlformats.org/officeDocument/2006/relationships/notesMaster" Target="/ppt/notesMasters/notesMaster1.xml" Id="Re598402c622b42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11c9dc030b4a76" /><Relationship Type="http://schemas.openxmlformats.org/officeDocument/2006/relationships/notesMaster" Target="/ppt/notesMasters/notesMaster1.xml" Id="R66bc1807656741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3ee822202d48c4" /><Relationship Type="http://schemas.openxmlformats.org/officeDocument/2006/relationships/notesMaster" Target="/ppt/notesMasters/notesMaster1.xml" Id="R86dc647c5f414d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dc5800a32d440d" /><Relationship Type="http://schemas.openxmlformats.org/officeDocument/2006/relationships/notesMaster" Target="/ppt/notesMasters/notesMaster1.xml" Id="Rb7e98b018285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4171d79db64b96" /><Relationship Type="http://schemas.openxmlformats.org/officeDocument/2006/relationships/notesMaster" Target="/ppt/notesMasters/notesMaster1.xml" Id="R8ffc3c82aa124e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7af60c423c4e68" /><Relationship Type="http://schemas.openxmlformats.org/officeDocument/2006/relationships/notesMaster" Target="/ppt/notesMasters/notesMaster1.xml" Id="R2a29dd2e1f6a47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 开场。不自我介绍，直接进入产品。此文件是路演辅助PPT，主要时间留给真实桌面操作。</a:t>
            </a:r>
          </a:p>
          <a:p xmlns:a="http://schemas.openxmlformats.org/drawingml/2006/main">
            <a:r>
              <a:t>来源：用户本会话确认的三分钟流程；本项目docs/demo/three-minute.zh.md。封面为AI插画，不作为真实产品截图。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音乐由用户点击播放。使用已准备的本地录音、阅读材料与笔记；这一步是调用已有工具，不宣称现场生成代码。</a:t>
            </a:r>
          </a:p>
          <a:p xmlns:a="http://schemas.openxmlformats.org/drawingml/2006/main">
            <a:r>
              <a:t>来源：用户本会话确认的三分钟流程；本项目docs/demo/three-minute.zh.md。封面为AI插画，不作为真实产品截图。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展示真实布局链路，保持原窗口实例。四槽布局发布并彩排通过后才能宣称现场Jev判断驱动。音乐与计时不因改布局而假报运行成功。</a:t>
            </a:r>
          </a:p>
          <a:p xmlns:a="http://schemas.openxmlformats.org/drawingml/2006/main">
            <a:r>
              <a:t>来源：用户本会话确认的三分钟流程；本项目docs/demo/three-minute.zh.md。封面为AI插画，不作为真实产品截图。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正式演示两条完整提示词见docs/demo/materials。先后发起真实请求；预演包只作明确标注的备用，不能冒充这分钟生成。超时如实展示等待。此处数据是计算示例，不是性能承诺。</a:t>
            </a:r>
          </a:p>
          <a:p xmlns:a="http://schemas.openxmlformats.org/drawingml/2006/main">
            <a:r>
              <a:t>来源：用户本会话确认的三分钟流程；本项目docs/demo/three-minute.zh.md。封面为AI插画，不作为真实产品截图。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模型不负责每一帧动画或每次计时。不要把新应用生成与本地预制工具混为一谈。当前复用json-render渲染；实验composer接入另行验证，不虚报已接入。</a:t>
            </a:r>
          </a:p>
          <a:p xmlns:a="http://schemas.openxmlformats.org/drawingml/2006/main">
            <a:r>
              <a:t>来源：用户本会话确认的三分钟流程；本项目docs/demo/three-minute.zh.md。封面为AI插画，不作为真实产品截图。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演示结束停留真实桌面或此页。试用链接需由实际部署提供，localhost仅供本机使用。</a:t>
            </a:r>
          </a:p>
          <a:p xmlns:a="http://schemas.openxmlformats.org/drawingml/2006/main">
            <a:r>
              <a:t>来源：用户本会话确认的三分钟流程；本项目docs/demo/three-minute.zh.md。封面为AI插画，不作为真实产品截图。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dc681c1174a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e5daf2fbd64e6e" /><Relationship Type="http://schemas.openxmlformats.org/officeDocument/2006/relationships/slideLayout" Target="/ppt/slideLayouts/slideLayout1.xml" Id="Redfd3d8f3c5145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fd3d8f3c5145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269ac5d8d4c98" /><Relationship Type="http://schemas.openxmlformats.org/officeDocument/2006/relationships/image" Target="/ppt/media/image.png" Id="R86f9b64d6b1c4b07" /><Relationship Type="http://schemas.openxmlformats.org/officeDocument/2006/relationships/notesSlide" Target="/ppt/notesSlides/notesSlide1.xml" Id="R2937e67c47a545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7c688637d4e8f" /><Relationship Type="http://schemas.openxmlformats.org/officeDocument/2006/relationships/notesSlide" Target="/ppt/notesSlides/notesSlide2.xml" Id="Ra6c323e8b96242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61fc8eb9f4e12" /><Relationship Type="http://schemas.openxmlformats.org/officeDocument/2006/relationships/notesSlide" Target="/ppt/notesSlides/notesSlide3.xml" Id="Rb681a7593f084e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ebcecd4804b24" /><Relationship Type="http://schemas.openxmlformats.org/officeDocument/2006/relationships/notesSlide" Target="/ppt/notesSlides/notesSlide4.xml" Id="R7fd0161520de40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71634899b4b46" /><Relationship Type="http://schemas.openxmlformats.org/officeDocument/2006/relationships/notesSlide" Target="/ppt/notesSlides/notesSlide5.xml" Id="R73fee9cc93144e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682f7d365486f" /><Relationship Type="http://schemas.openxmlformats.org/officeDocument/2006/relationships/notesSlide" Target="/ppt/notesSlides/notesSlide6.xml" Id="R34beb3da157841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9b64d6b1c4b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656FF-5185-4C96-AD04-D39CA08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rPr>
              <a:t>三分钟现场演示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90AC1-847A-4FBB-886C-A937A330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292337"/>
                </a:solidFill>
                <a:latin typeface="PingFang SC"/>
                <a:ea typeface="PingFang SC"/>
                <a:cs typeface="PingFang SC"/>
              </a:defRPr>
            </a:pPr>
            <a:r>
              <a:rPr sz="6750" b="1">
                <a:solidFill>
                  <a:srgbClr val="292337"/>
                </a:solidFill>
                <a:latin typeface="PingFang SC"/>
                <a:ea typeface="PingFang SC"/>
                <a:cs typeface="PingFang SC"/>
              </a:rPr>
              <a:t>JevOS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A2144-A1C7-47E1-AA01-17E7659D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rPr>
              <a:t>说出要做的事，桌面随任务变化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505DC-63AC-4C31-8286-1E021E2E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rPr>
              <a:t>从清晨写稿，到现场 Vibe 新软件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26E9F-29C1-4F58-BE5C-F94DB3FC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工具改变，刚才的工作留下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4842D-BEAF-452C-96E9-04E76C2F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432134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8F22E-7CE2-4201-9DAA-7C22E985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rPr>
              <a:t>00:00—00:40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9FDF5-23D8-4EB4-B07E-93B3649B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rPr>
              <a:t>给早晨一个工作场景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B8ED3-1F89-4206-B2B7-938BE31D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rPr>
              <a:t>舒缓音乐 · 阅读 · 写稿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F9DF9-B46D-45D9-85EA-C3BB97A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rPr>
              <a:t>播放舒缓音乐，写下三行开篇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34443-D037-425B-B9C6-5D4A791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打开本地阅读材料，开始准备路演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27EA9-DF2A-4EC4-8701-C8F5A248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呼出计时器，留在右上角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B566A-5058-4993-A8DA-29DE12F4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2598E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2598E"/>
                </a:solidFill>
                <a:latin typeface="PingFang SC"/>
                <a:ea typeface="PingFang SC"/>
                <a:cs typeface="PingFang SC"/>
              </a:rPr>
              <a:t>“早上了，放点舒缓音乐，陪我准备今天的路演稿。”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52B9A-FD76-431A-9730-C301682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40319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88363-BEED-4AA0-A3C0-1C9111E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rPr>
              <a:t>00:40—02:00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B7889-A4C1-40D1-A009-FAE8FAE6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rPr>
              <a:t>一句话，让桌面重新排布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88FEB-582A-4A06-A7F4-F6F5B1FD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rPr>
              <a:t>同一份笔记，同一个工作现场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EEEAE-3067-40AC-BAC6-A49246F9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rPr>
              <a:t>阅读器在左，笔记居中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EFFC9-7BC8-48C4-9827-21803867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计时器在右上，音乐在右下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9858C-12B3-40AC-AA34-15C5D192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窗口平滑移动，写过的文字继续保留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3A656-C1B5-4340-8589-00574A73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2598E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2598E"/>
                </a:solidFill>
                <a:latin typeface="PingFang SC"/>
                <a:ea typeface="PingFang SC"/>
                <a:cs typeface="PingFang SC"/>
              </a:rPr>
              <a:t>“阅读器放左边，笔记放中间，计时器留右上，音乐放右下。”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31630-F944-4799-86CC-5A3A6F4A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1583055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C9D65-316F-45FE-B9E5-A47740B5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rPr>
              <a:t>02:00—03:00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DCC60-37CF-4229-A6DD-52D26F96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rPr>
              <a:t>最后一分钟，现场 Vibe 软件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E9515-DFE0-45BE-B124-39BE94E4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rPr>
              <a:t>输入需求，弹出能用的新工具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0E412-E4C7-400F-BF1D-B4CA8058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rPr>
              <a:t>今天先做什么：勾选任务，计数立刻变化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B9BDF-BB12-4189-8806-889957D0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讲稿时长：450字→150秒；360字→120秒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D8043-B293-4717-B1CE-12E97CCE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新软件加入桌面，原来的笔记仍在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C98DC-2DEE-4ACE-9353-D28DF71C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72598E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2598E"/>
                </a:solidFill>
                <a:latin typeface="PingFang SC"/>
                <a:ea typeface="PingFang SC"/>
                <a:cs typeface="PingFang SC"/>
              </a:rPr>
              <a:t>“给我一个三任务清单，再做一个讲稿时长计算器。”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3A2FC-DBCE-444D-A5CE-9E9179A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2075492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70BCF-41D4-41C1-838E-5DFE04D1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rPr>
              <a:t>生成等待时简短解释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4CC32-F1C7-46F5-9A3D-11D0E8C7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rPr>
              <a:t>Jev 决定组织方式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2538F-82FF-4E62-A518-679CED90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rPr>
              <a:t>判断与执行，各司其职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9DDEC-0D5D-4D38-98B0-3F7132F2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rPr>
              <a:t>Jev：判断工具需求与布局关系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ED461-2073-44D7-B8AA-80FCB526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已有单元：本地调用和装配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749A0-31BD-44F1-AA7D-15886ABC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DeepSeek：生成缺失的小软件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838F2-4A45-4F6C-8973-23DF4BAC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运行时：交互、保存、动画与恢复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456C2-BBF4-4B90-AAE1-DBCD0D4B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1753516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E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123D0-1E4E-4780-BE65-E92D5137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96889"/>
                </a:solidFill>
                <a:latin typeface="PingFang SC"/>
                <a:ea typeface="PingFang SC"/>
                <a:cs typeface="PingFang SC"/>
              </a:rPr>
              <a:t>结束画面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8AF55-6991-47B6-93AE-723B9E3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292337"/>
                </a:solidFill>
                <a:latin typeface="PingFang SC"/>
                <a:ea typeface="PingFang SC"/>
                <a:cs typeface="PingFang SC"/>
              </a:rPr>
              <a:t>工作留下，桌面继续变化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002BB-B7F8-49D0-9CE2-73020976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55B75"/>
                </a:solidFill>
                <a:latin typeface="PingFang SC"/>
                <a:ea typeface="PingFang SC"/>
                <a:cs typeface="PingFang SC"/>
              </a:rPr>
              <a:t>JevOS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28B5D-0009-4861-A4EF-36066FFE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5E469A"/>
                </a:solidFill>
                <a:latin typeface="PingFang SC"/>
                <a:ea typeface="PingFang SC"/>
                <a:cs typeface="PingFang SC"/>
              </a:rPr>
              <a:t>阅读、写作、排练在同一个工作区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7C415-FC1A-42F2-BA3A-4FB71A15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试用现场桌面，亲手打开一个工具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34ED0-1949-4254-8934-249BC3B0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Junkai Wang · WangTheoPhys@outlook.com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D60E4-FE3A-4488-B8F5-2E3DD212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303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34303C"/>
                </a:solidFill>
                <a:latin typeface="PingFang SC"/>
                <a:ea typeface="PingFang SC"/>
                <a:cs typeface="PingFang SC"/>
              </a:rPr>
              <a:t>junkaiwang-theophy.github.io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62698-D1F6-4014-BCE2-07E3CF27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8A7E94"/>
                </a:solidFill>
                <a:latin typeface="PingFang SC"/>
                <a:ea typeface="PingFang SC"/>
                <a:cs typeface="PingFang SC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1191905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2026-09-27T11:01:25.9950000Z</dcterms:created>
  <dcterms:modified xsi:type="dcterms:W3CDTF">2026-09-27T11:01:25.9950000Z</dcterms:modified>
</coreProperties>
</file>